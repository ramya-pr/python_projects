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Profit-Satisfaction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Strategic Analysis of Amazon Bestsellers (2009-2019)</a:t>
            </a:r>
          </a:p>
          <a:p>
            <a:r>
              <a:t>Data-Driven Growth for Sustainable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Genre Strategy: Volume vs.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FICTION: The Engagement Engine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Drives 73% more reviews than Non-Fiction.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NON-FICTION: The Profit Engine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Maintains 37% higher pricing power with authority.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STRATEGIC ACTION: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Use Fiction as a Lead-Magnet to cross-sell high-margin Non-Fiction portfolios.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ice_sweet_spo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Value Gap: Pricing vs.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INSIGHT: The $10 - $20 Slump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Fiction satisfaction drops to 4.51 in this tier.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PHASED PRICING MODEL: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• Phase 1 (Launch): $4.99 for Review Acquisition.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• Phase 2 (Maturity): $9.99+ for Profit Extraction.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RED LINE RULE: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Only raise price after a 4.6+ rating is secured.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tisfaction_pri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Survival: The Bestseller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INSIGHT: Perfect Ratings are Risky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4.9 rated books often fail to repeat in Year 2.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SURVIVAL THRESHOLD: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The 3.8 - 4.2 range contains the most resilient titles.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STRATEGIC ACTION: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Focus on long-term Utility and Evergreen relevance over short-term score spikes.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stseller_surviva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Sustainability: Risk vs. 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TACTICAL WIN: High Velocity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Rapid review growth via $0.99 promotional pricing.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STRATEGIC RISK: Brand Devaluation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Extended low pricing erodes long-term LTV.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THE PIVOT POINT: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Raise price at 500 reviews or Day 60—No Exceptions.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thor_impact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3093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